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Display Ads</c:v>
                </c:pt>
                <c:pt idx="1">
                  <c:v>Email</c:v>
                </c:pt>
                <c:pt idx="2">
                  <c:v>Events</c:v>
                </c:pt>
                <c:pt idx="3">
                  <c:v>Paid Search</c:v>
                </c:pt>
                <c:pt idx="4">
                  <c:v>Social Media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1.0103133399073443</c:v>
                </c:pt>
                <c:pt idx="1">
                  <c:v>0.9750222497020687</c:v>
                </c:pt>
                <c:pt idx="2">
                  <c:v>1.170351300091125</c:v>
                </c:pt>
                <c:pt idx="3">
                  <c:v>1.1622765219745153</c:v>
                </c:pt>
                <c:pt idx="4">
                  <c:v>1.0275720705087819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Asia-Pacific</c:v>
                </c:pt>
                <c:pt idx="1">
                  <c:v>Europe</c:v>
                </c:pt>
                <c:pt idx="2">
                  <c:v>Latin America</c:v>
                </c:pt>
                <c:pt idx="3">
                  <c:v>North America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3940012.4866466657</c:v>
                </c:pt>
                <c:pt idx="1">
                  <c:v>4038847.237634311</c:v>
                </c:pt>
                <c:pt idx="2">
                  <c:v>4716578.75918777</c:v>
                </c:pt>
                <c:pt idx="3">
                  <c:v>4256423.868620435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Marketing Performance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ROI by Channel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Revenue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Insight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Key insight derived from marketing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Insight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Key insight derived from marketing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Insight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Key insight derived from marketing dataset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Insight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Key insight derived from marketing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Insight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Key insight derived from marketing 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Insight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Key insight derived from marketing dataset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Insight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Key insight derived from marketing dataset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Insight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Key insight derived from marketing dataset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Insight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Key insight derived from marketing dataset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Insight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Key insight derived from marketing dataset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Insight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Key insight derived from marketing dataset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Insight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Key insight derived from marketing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